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5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ulalalitha08@outlook.com" userId="3ee9265da8d921d9" providerId="LiveId" clId="{9BF95156-721C-45E0-BEB9-AD1C5F4FA8BC}"/>
    <pc:docChg chg="addSld delSld modSld">
      <pc:chgData name="mallulalalitha08@outlook.com" userId="3ee9265da8d921d9" providerId="LiveId" clId="{9BF95156-721C-45E0-BEB9-AD1C5F4FA8BC}" dt="2026-08-26T03:00:01.889" v="25" actId="2696"/>
      <pc:docMkLst>
        <pc:docMk/>
      </pc:docMkLst>
      <pc:sldChg chg="modSp del mod">
        <pc:chgData name="mallulalalitha08@outlook.com" userId="3ee9265da8d921d9" providerId="LiveId" clId="{9BF95156-721C-45E0-BEB9-AD1C5F4FA8BC}" dt="2026-08-26T02:59:55.742" v="24" actId="2696"/>
        <pc:sldMkLst>
          <pc:docMk/>
          <pc:sldMk cId="0" sldId="260"/>
        </pc:sldMkLst>
        <pc:spChg chg="mod">
          <ac:chgData name="mallulalalitha08@outlook.com" userId="3ee9265da8d921d9" providerId="LiveId" clId="{9BF95156-721C-45E0-BEB9-AD1C5F4FA8BC}" dt="2026-08-26T02:59:48.908" v="23" actId="207"/>
          <ac:spMkLst>
            <pc:docMk/>
            <pc:sldMk cId="0" sldId="260"/>
            <ac:spMk id="2" creationId="{00000000-0000-0000-0000-000000000000}"/>
          </ac:spMkLst>
        </pc:spChg>
      </pc:sldChg>
      <pc:sldChg chg="del">
        <pc:chgData name="mallulalalitha08@outlook.com" userId="3ee9265da8d921d9" providerId="LiveId" clId="{9BF95156-721C-45E0-BEB9-AD1C5F4FA8BC}" dt="2026-08-26T02:58:07.983" v="0" actId="2696"/>
        <pc:sldMkLst>
          <pc:docMk/>
          <pc:sldMk cId="0" sldId="261"/>
        </pc:sldMkLst>
      </pc:sldChg>
      <pc:sldChg chg="new del">
        <pc:chgData name="mallulalalitha08@outlook.com" userId="3ee9265da8d921d9" providerId="LiveId" clId="{9BF95156-721C-45E0-BEB9-AD1C5F4FA8BC}" dt="2026-08-26T03:00:01.889" v="25" actId="2696"/>
        <pc:sldMkLst>
          <pc:docMk/>
          <pc:sldMk cId="1012757221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7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25CS1302E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Preparation App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Adaptive Quizzes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9808" y="36393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data-driven exam preparation that adapts to every learner in real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6949440" cy="1691640"/>
          </a:xfrm>
          <a:prstGeom prst="roundRect">
            <a:avLst>
              <a:gd name="adj" fmla="val 6486"/>
            </a:avLst>
          </a:prstGeom>
          <a:solidFill>
            <a:srgbClr val="132A52"/>
          </a:solidFill>
          <a:ln w="12700">
            <a:solidFill>
              <a:srgbClr val="24466F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599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50017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01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64792" y="4983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Lalitha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64792" y="5303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2520080063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500176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001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56632" y="4983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Sravya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56632" y="5303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2520090059</a:t>
            </a:r>
            <a:endParaRPr lang="en-US" sz="1150" dirty="0"/>
          </a:p>
        </p:txBody>
      </p:sp>
      <p:pic>
        <p:nvPicPr>
          <p:cNvPr id="21" name="Picture 20" descr="A picture containing shape&#10;&#10;Description automatically generated">
            <a:extLst>
              <a:ext uri="{FF2B5EF4-FFF2-40B4-BE49-F238E27FC236}">
                <a16:creationId xmlns:a16="http://schemas.microsoft.com/office/drawing/2014/main" id="{E69D3795-7466-EF4F-6876-8511C4247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368" y="91440"/>
            <a:ext cx="1725712" cy="930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4008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532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one-size-fits-all test platforms leave students practicing what they already know while real gaps go unnoticed.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Preparation App with Adaptive Quizzes </a:t>
            </a:r>
            <a:r>
              <a:rPr lang="en-US" sz="145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this by continuously analyzing each learner's responses and dynamically recalibrating question difficulty and topic focus after every attempt — turning revision into a focused, personalized, and measurably efficient process.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462686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451713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algorithm recalibrates question selection after every attempt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58368" y="501091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490118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tracking of correct / incorrect answer patterns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58368" y="539496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28523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Topic-wise &amp; difficulty-wise question banks across multiple subjects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58368" y="577900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566928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with detailed explanations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20840" y="163677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6367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35240" y="1581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35240" y="189280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targeted practice from performance data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492240" y="2770632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299008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9900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35240" y="29352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35240" y="32461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reports track improvement over time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|  25CS1302E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Issue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4008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exam-prep platforms fall short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Question 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6112" y="311810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pre-set sequences that never adjust to the learner.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5152" y="27889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311810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for every student, regardless of individual 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4192" y="27889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Repeated, Wasted Effort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4192" y="311810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over-practice topics they've already mastered.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325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6112" y="49834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Weak Areas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6112" y="531266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gaps in understanding remain unaddressed.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4325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45152" y="49834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Preparation Time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531266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study compounds pressure before exams.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325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94192" y="49834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Insight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4192" y="531266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visibility into real improvement over time.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|  25CS1302E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Application Helps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4008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FBEAEA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55448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E6F3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PLATFORMS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ADAPTIVE SOLUTION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Fixed, one-size-fits-all quizzes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adaptive difficulty &amp; topic focus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insight into individual mistakes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Tracks correct / incorrect response patterns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Same content for every learner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Recommends targeted practice for weak areas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Delayed or no 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4754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feedback with detailed explanations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visibility into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5623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Progress dashboards &amp; performance analytics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|  25CS1302E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4008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step-by-step approach to building the platform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6112" y="311810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functional needs and define the adaptive quiz logic and user roles.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5152" y="27889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UI/UX 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311810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SQL database schema and plan the app's UI/UX layout.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130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4192" y="27889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4192" y="311810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responsive interfaces using HTML, CSS, JavaScript, and React.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325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6112" y="49834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 Development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6112" y="531266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server-side logic in Node.js backed by a SQL database.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4325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45152" y="49834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 &amp; Testing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531266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adaptive algorithm using JavaScript and Node.js.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325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94192" y="49834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4192" y="5312664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application and monitor performance post-launch.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|  25CS1302E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4008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EAF4FB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55448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ECEFFB"/>
          </a:solidFill>
          <a:ln w="12700">
            <a:solidFill>
              <a:srgbClr val="DADF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D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500" dirty="0"/>
              <a:t>HTML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500" dirty="0"/>
              <a:t>CSS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500" dirty="0"/>
              <a:t>JAVA SCRIPT</a:t>
            </a:r>
          </a:p>
        </p:txBody>
      </p:sp>
      <p:sp>
        <p:nvSpPr>
          <p:cNvPr id="9" name="Text 7"/>
          <p:cNvSpPr/>
          <p:nvPr/>
        </p:nvSpPr>
        <p:spPr>
          <a:xfrm>
            <a:off x="661416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|  25CS1302E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B20E94A-0B23-3410-4F4E-2B97581047C6}"/>
              </a:ext>
            </a:extLst>
          </p:cNvPr>
          <p:cNvSpPr/>
          <p:nvPr/>
        </p:nvSpPr>
        <p:spPr>
          <a:xfrm>
            <a:off x="6614160" y="34163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DATABASE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5EBF548-9DF0-E98D-D7FE-2664D847A06F}"/>
              </a:ext>
            </a:extLst>
          </p:cNvPr>
          <p:cNvSpPr/>
          <p:nvPr/>
        </p:nvSpPr>
        <p:spPr>
          <a:xfrm>
            <a:off x="6614160" y="39090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</a:rPr>
              <a:t>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4008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B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replacing static, generic test sets with a continuously adapting engine, the Exam Preparation App turns revision into a focused, data-driven process — helping students save time, close real knowledge gaps, and build lasting confidence.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8803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623060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directed at genuine weak areas, not what's already mastered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6060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7700" y="28803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57700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&amp; topics recalibrate after every single attempt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6060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92340" y="28803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292340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Growth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analytics make improvement visible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6060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26980" y="28803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0126980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8116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using the polyglot backend skills from this 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|  25CS1302E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App with Adaptive Quizzes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Lalitha (2520080063)   •   P. Sravya (2520090059)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F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— 25CS1302E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618</Words>
  <Application>Microsoft Office PowerPoint</Application>
  <PresentationFormat>Widescreen</PresentationFormat>
  <Paragraphs>124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mallulalalitha08@outlook.com</cp:lastModifiedBy>
  <cp:revision>4</cp:revision>
  <dcterms:created xsi:type="dcterms:W3CDTF">2026-08-25T04:49:10Z</dcterms:created>
  <dcterms:modified xsi:type="dcterms:W3CDTF">2026-08-26T03:27:51Z</dcterms:modified>
</cp:coreProperties>
</file>